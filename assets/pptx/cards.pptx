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3"/>
  </p:normalViewPr>
  <p:slideViewPr>
    <p:cSldViewPr snapToGrid="0" snapToObjects="1">
      <p:cViewPr varScale="1">
        <p:scale>
          <a:sx n="114" d="100"/>
          <a:sy n="114" d="100"/>
        </p:scale>
        <p:origin x="920" y="3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13A9D4-23DB-3E41-898D-02AE1C74AC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8B6CEC-9646-CB4E-9BD2-C2FABDB6E9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0B6604-BEF2-0941-9614-C4952244F7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4A352-ADDB-EB48-961F-FE604BFB22EF}" type="datetimeFigureOut">
              <a:rPr lang="en-US" smtClean="0"/>
              <a:t>3/10/26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EF3FFE-BF7B-3E4A-A94B-7B7738E94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6052F4-1C3B-1E47-A5E9-08AA4171F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3F967-FB6B-BE4D-B31A-AF37EE7893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43250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154925-9000-AA40-9230-921C74DB2F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749AA6-CDFB-E04C-841F-6DBC4B25D2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95E705-D077-7A48-8881-93A24142A5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4A352-ADDB-EB48-961F-FE604BFB22EF}" type="datetimeFigureOut">
              <a:rPr lang="en-US" smtClean="0"/>
              <a:t>3/10/26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9D49F1-47BD-F546-83E8-71636EC907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A165E3-83C5-054C-A789-415F9F0A0E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3F967-FB6B-BE4D-B31A-AF37EE7893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7833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C4981-0B21-5840-B1C0-E04EAEB80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667104-610C-F24F-9EC9-40B5A836F2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8E6C24-1548-A343-8DB2-8B26A7E188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4A352-ADDB-EB48-961F-FE604BFB22EF}" type="datetimeFigureOut">
              <a:rPr lang="en-US" smtClean="0"/>
              <a:t>3/10/26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1CDFD0-3D8A-464C-9ED5-1F8AD0C5D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79C5A1-DE4E-FA41-A18E-E906C4605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3F967-FB6B-BE4D-B31A-AF37EE7893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0277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8B7F86-56B7-5340-B1D9-2E5A043D44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CF3983-334B-5048-9F4A-806316877B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0366CF-A04F-F141-997C-12EE40AC4B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EEDB23-5038-B140-80F7-2EBE7875D3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4A352-ADDB-EB48-961F-FE604BFB22EF}" type="datetimeFigureOut">
              <a:rPr lang="en-US" smtClean="0"/>
              <a:t>3/10/26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5B2D85-FF6C-314E-AD56-0B4C801450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DEF368-E51A-1C4C-AD96-897BD89CB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3F967-FB6B-BE4D-B31A-AF37EE7893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8084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00ECEF-7E25-0343-8099-D7643D041D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3D4ABD-ACAF-B04D-AD8F-6C1CB1AD2D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032E7E-17EA-274B-BD1E-6AA05FD429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F641D55-A18A-CD4F-87C7-59F379F1DA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10847FE-45E4-474A-892C-75BB5046EF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C4F99AE-7704-2343-89C9-B388EF9D0A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4A352-ADDB-EB48-961F-FE604BFB22EF}" type="datetimeFigureOut">
              <a:rPr lang="en-US" smtClean="0"/>
              <a:t>3/10/26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4A32E4A-EA86-B240-9ECF-E96B63C11D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052B174-C384-A841-AFD9-B979F9B41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3F967-FB6B-BE4D-B31A-AF37EE7893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62283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B30C00-20D5-114E-B960-06BFC736E7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3E9A1B8-5C4A-0045-8E06-B60603BB5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4A352-ADDB-EB48-961F-FE604BFB22EF}" type="datetimeFigureOut">
              <a:rPr lang="en-US" smtClean="0"/>
              <a:t>3/10/26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178B1F-5CE0-A247-8EB2-E3E3DB9031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97329A-199B-974F-800B-A77124B657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3F967-FB6B-BE4D-B31A-AF37EE7893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77095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314A0BF-19E8-6147-8F36-816C87F5B6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4A352-ADDB-EB48-961F-FE604BFB22EF}" type="datetimeFigureOut">
              <a:rPr lang="en-US" smtClean="0"/>
              <a:t>3/10/26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5CBFB2-A750-1440-8D30-AA9141EB2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842239-D1CB-6842-BAB5-DA952C0462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3F967-FB6B-BE4D-B31A-AF37EE7893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3002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094C90-C3D5-4947-A002-B5C130B36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F15710-9949-D749-9327-3A27F3A8AC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2AB5D3-E995-C242-A0AA-254458F9BE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19FC3A-C44E-2F4E-ACE4-D2E5D8DF6C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4A352-ADDB-EB48-961F-FE604BFB22EF}" type="datetimeFigureOut">
              <a:rPr lang="en-US" smtClean="0"/>
              <a:t>3/10/26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D934E2-0B06-D34E-827D-D0E5DCB30A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D1436B-AE54-4D47-A7D2-73E2DE8562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3F967-FB6B-BE4D-B31A-AF37EE7893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0030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28B94C-D9BA-B643-9A5F-5DCBD72762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81870D-9A90-D847-9FAE-C4762B71814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DD3ED0-5936-5840-B436-E909C5A7DC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797221-8ACE-F744-8091-2104A0FAE8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4A352-ADDB-EB48-961F-FE604BFB22EF}" type="datetimeFigureOut">
              <a:rPr lang="en-US" smtClean="0"/>
              <a:t>3/10/26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BA9099-C9AC-F247-9BCA-644E6B2A63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4E086C-258E-9B42-8455-810C6A3E0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3F967-FB6B-BE4D-B31A-AF37EE7893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733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0420B-7189-E141-9113-4AB64DEFD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084AE7-E489-6545-A1A3-4A475B6507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225AD3-B6F4-6945-BE9C-133FF6F016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4A352-ADDB-EB48-961F-FE604BFB22EF}" type="datetimeFigureOut">
              <a:rPr lang="en-US" smtClean="0"/>
              <a:t>3/10/26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9E880F-6B96-B24E-896D-65CD76229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127375-26E0-DA46-96CE-7E6680A0E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3F967-FB6B-BE4D-B31A-AF37EE7893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60534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BB6522-97EA-634E-8B95-0216CEF0CB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729A43-B98F-0C4A-B1EC-52DE5B3E02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CA104D-265B-244E-8A2B-CFA758E39F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4A352-ADDB-EB48-961F-FE604BFB22EF}" type="datetimeFigureOut">
              <a:rPr lang="en-US" smtClean="0"/>
              <a:t>3/10/26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6282DB-E849-0647-AC00-9C272848F8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395CFD-1085-5341-9BEA-47D5065E2D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3F967-FB6B-BE4D-B31A-AF37EE7893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61344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B39504D-53B3-DC41-8F4B-CAC84F0930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51CA17-D968-EC41-9DA3-28DD2C16CA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06CD86-0048-0942-827F-CC87C0C9A9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04A352-ADDB-EB48-961F-FE604BFB22EF}" type="datetimeFigureOut">
              <a:rPr lang="en-US" smtClean="0"/>
              <a:t>3/10/26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F202FE-9659-4D49-8C04-EF4D597171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DB3758-502E-8948-9AED-5D78B942DA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B3F967-FB6B-BE4D-B31A-AF37EE7893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5651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C03696C-8165-364B-B70F-6D308831A760}"/>
              </a:ext>
            </a:extLst>
          </p:cNvPr>
          <p:cNvSpPr/>
          <p:nvPr/>
        </p:nvSpPr>
        <p:spPr>
          <a:xfrm>
            <a:off x="0" y="-326402"/>
            <a:ext cx="12192000" cy="6858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48A46B9F-824F-FC4C-AB93-F9103C0004CD}"/>
              </a:ext>
            </a:extLst>
          </p:cNvPr>
          <p:cNvSpPr/>
          <p:nvPr/>
        </p:nvSpPr>
        <p:spPr>
          <a:xfrm>
            <a:off x="1717287" y="2814641"/>
            <a:ext cx="3468029" cy="18292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3FA1C94-F14B-2847-B37C-691E315440A1}"/>
              </a:ext>
            </a:extLst>
          </p:cNvPr>
          <p:cNvSpPr txBox="1"/>
          <p:nvPr/>
        </p:nvSpPr>
        <p:spPr>
          <a:xfrm>
            <a:off x="1717286" y="4274508"/>
            <a:ext cx="34680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Traveler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4DBD10A-37AC-134B-9FCA-1C66418EC04D}"/>
              </a:ext>
            </a:extLst>
          </p:cNvPr>
          <p:cNvSpPr/>
          <p:nvPr/>
        </p:nvSpPr>
        <p:spPr>
          <a:xfrm>
            <a:off x="5560740" y="713404"/>
            <a:ext cx="3468029" cy="18292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5AD21587-B9DB-A74E-A012-EC71FE93951F}"/>
              </a:ext>
            </a:extLst>
          </p:cNvPr>
          <p:cNvSpPr/>
          <p:nvPr/>
        </p:nvSpPr>
        <p:spPr>
          <a:xfrm>
            <a:off x="5700388" y="867628"/>
            <a:ext cx="1081120" cy="108112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bg1">
                    <a:lumMod val="50000"/>
                  </a:schemeClr>
                </a:solidFill>
              </a:rPr>
              <a:t>VN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B4EAE44-09A5-9042-9F4A-56A3A2196C08}"/>
              </a:ext>
            </a:extLst>
          </p:cNvPr>
          <p:cNvSpPr/>
          <p:nvPr/>
        </p:nvSpPr>
        <p:spPr>
          <a:xfrm>
            <a:off x="1717287" y="713404"/>
            <a:ext cx="3468029" cy="18292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9B036F5-93E1-8F4A-B793-C4D6EDCD9F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6934" y="867627"/>
            <a:ext cx="1079472" cy="1081120"/>
          </a:xfrm>
          <a:prstGeom prst="ellipse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5DC808B-5700-A246-89BC-73CFA84AB7EE}"/>
              </a:ext>
            </a:extLst>
          </p:cNvPr>
          <p:cNvSpPr txBox="1"/>
          <p:nvPr/>
        </p:nvSpPr>
        <p:spPr>
          <a:xfrm>
            <a:off x="3076053" y="938045"/>
            <a:ext cx="20072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Joachim Neumann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730B0B0-2A27-394A-ABE2-9C1AF8E4A2C6}"/>
              </a:ext>
            </a:extLst>
          </p:cNvPr>
          <p:cNvSpPr txBox="1"/>
          <p:nvPr/>
        </p:nvSpPr>
        <p:spPr>
          <a:xfrm>
            <a:off x="1717286" y="2173271"/>
            <a:ext cx="34680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Primary Contact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D80B6B1-E4ED-544E-911C-845F6CE52398}"/>
              </a:ext>
            </a:extLst>
          </p:cNvPr>
          <p:cNvSpPr txBox="1"/>
          <p:nvPr/>
        </p:nvSpPr>
        <p:spPr>
          <a:xfrm>
            <a:off x="3076053" y="1347353"/>
            <a:ext cx="20072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✅  Passport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608CE56-0958-AB4C-B5ED-9B0790184217}"/>
              </a:ext>
            </a:extLst>
          </p:cNvPr>
          <p:cNvSpPr txBox="1"/>
          <p:nvPr/>
        </p:nvSpPr>
        <p:spPr>
          <a:xfrm>
            <a:off x="6919506" y="938045"/>
            <a:ext cx="20072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Van Nguyen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DE14414-8535-0C4F-9B6A-AF63BA9CE86F}"/>
              </a:ext>
            </a:extLst>
          </p:cNvPr>
          <p:cNvSpPr txBox="1"/>
          <p:nvPr/>
        </p:nvSpPr>
        <p:spPr>
          <a:xfrm>
            <a:off x="5560739" y="2173271"/>
            <a:ext cx="34680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Traveler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401AEC7-E999-9B4B-9D7B-946EA8FC6731}"/>
              </a:ext>
            </a:extLst>
          </p:cNvPr>
          <p:cNvSpPr txBox="1"/>
          <p:nvPr/>
        </p:nvSpPr>
        <p:spPr>
          <a:xfrm>
            <a:off x="6919506" y="1347353"/>
            <a:ext cx="20072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☑️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 Passport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7E0C921F-02C1-2846-9EE8-771363B3811C}"/>
              </a:ext>
            </a:extLst>
          </p:cNvPr>
          <p:cNvSpPr/>
          <p:nvPr/>
        </p:nvSpPr>
        <p:spPr>
          <a:xfrm>
            <a:off x="1856934" y="3032181"/>
            <a:ext cx="1081120" cy="108112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bg1">
                    <a:lumMod val="50000"/>
                  </a:schemeClr>
                </a:solidFill>
              </a:rPr>
              <a:t>TN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4C7BF89-671E-9145-86EB-ACFDE9456342}"/>
              </a:ext>
            </a:extLst>
          </p:cNvPr>
          <p:cNvSpPr txBox="1"/>
          <p:nvPr/>
        </p:nvSpPr>
        <p:spPr>
          <a:xfrm>
            <a:off x="3076052" y="3102598"/>
            <a:ext cx="20072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Toan</a:t>
            </a:r>
            <a:r>
              <a:rPr lang="en-US" dirty="0"/>
              <a:t> Nguyen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265F7B3-8B6F-0642-965B-B1DFCCB09802}"/>
              </a:ext>
            </a:extLst>
          </p:cNvPr>
          <p:cNvSpPr txBox="1"/>
          <p:nvPr/>
        </p:nvSpPr>
        <p:spPr>
          <a:xfrm>
            <a:off x="3076052" y="3511906"/>
            <a:ext cx="20072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☑️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 Passport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0819F081-EA96-2A49-BEFA-7EE4058A6F7C}"/>
              </a:ext>
            </a:extLst>
          </p:cNvPr>
          <p:cNvSpPr/>
          <p:nvPr/>
        </p:nvSpPr>
        <p:spPr>
          <a:xfrm>
            <a:off x="5560739" y="2872543"/>
            <a:ext cx="3468029" cy="18292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D7D4B29C-88C0-4E4F-B2EB-A34E46A6C36A}"/>
              </a:ext>
            </a:extLst>
          </p:cNvPr>
          <p:cNvSpPr/>
          <p:nvPr/>
        </p:nvSpPr>
        <p:spPr>
          <a:xfrm>
            <a:off x="5700387" y="3073070"/>
            <a:ext cx="1081120" cy="108112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C5A9303A-42A3-A548-8855-169650B24138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bright="70000" contrast="-70000"/>
          </a:blip>
          <a:stretch>
            <a:fillRect/>
          </a:stretch>
        </p:blipFill>
        <p:spPr>
          <a:xfrm>
            <a:off x="5425418" y="2798101"/>
            <a:ext cx="1631057" cy="1631057"/>
          </a:xfrm>
          <a:prstGeom prst="rect">
            <a:avLst/>
          </a:prstGeom>
        </p:spPr>
      </p:pic>
      <p:grpSp>
        <p:nvGrpSpPr>
          <p:cNvPr id="34" name="Group 33">
            <a:extLst>
              <a:ext uri="{FF2B5EF4-FFF2-40B4-BE49-F238E27FC236}">
                <a16:creationId xmlns:a16="http://schemas.microsoft.com/office/drawing/2014/main" id="{E2191907-E57D-8344-A4EF-25FA05FDB1D3}"/>
              </a:ext>
            </a:extLst>
          </p:cNvPr>
          <p:cNvGrpSpPr/>
          <p:nvPr/>
        </p:nvGrpSpPr>
        <p:grpSpPr>
          <a:xfrm>
            <a:off x="7191796" y="3309649"/>
            <a:ext cx="659952" cy="523220"/>
            <a:chOff x="7460166" y="3464955"/>
            <a:chExt cx="659952" cy="523220"/>
          </a:xfrm>
        </p:grpSpPr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905E8D8A-9156-C047-9BFD-D8F9853BD6B4}"/>
                </a:ext>
              </a:extLst>
            </p:cNvPr>
            <p:cNvSpPr/>
            <p:nvPr/>
          </p:nvSpPr>
          <p:spPr>
            <a:xfrm>
              <a:off x="7460166" y="3511906"/>
              <a:ext cx="462949" cy="462949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1"/>
                </a:solidFill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186CD306-53CF-FF48-8834-B70026ACC6BA}"/>
                </a:ext>
              </a:extLst>
            </p:cNvPr>
            <p:cNvSpPr txBox="1"/>
            <p:nvPr/>
          </p:nvSpPr>
          <p:spPr>
            <a:xfrm>
              <a:off x="7506801" y="3464955"/>
              <a:ext cx="61331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>
                  <a:solidFill>
                    <a:schemeClr val="bg1"/>
                  </a:solidFill>
                </a:rPr>
                <a:t>+</a:t>
              </a:r>
              <a:endParaRPr lang="en-US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615303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420</TotalTime>
  <Words>19</Words>
  <Application>Microsoft Macintosh PowerPoint</Application>
  <PresentationFormat>Widescreen</PresentationFormat>
  <Paragraphs>12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Microsoft Office User</cp:lastModifiedBy>
  <cp:revision>3</cp:revision>
  <dcterms:created xsi:type="dcterms:W3CDTF">2026-03-10T07:07:37Z</dcterms:created>
  <dcterms:modified xsi:type="dcterms:W3CDTF">2026-03-10T14:08:36Z</dcterms:modified>
</cp:coreProperties>
</file>