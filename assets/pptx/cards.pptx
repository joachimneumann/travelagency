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26"/>
  </p:normalViewPr>
  <p:slideViewPr>
    <p:cSldViewPr snapToGrid="0" snapToObjects="1">
      <p:cViewPr varScale="1">
        <p:scale>
          <a:sx n="102" d="100"/>
          <a:sy n="102" d="100"/>
        </p:scale>
        <p:origin x="19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3A9D4-23DB-3E41-898D-02AE1C74A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8B6CEC-9646-CB4E-9BD2-C2FABDB6E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B6604-BEF2-0941-9614-C4952244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F3FFE-BF7B-3E4A-A94B-7B7738E94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052F4-1C3B-1E47-A5E9-08AA4171F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325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54925-9000-AA40-9230-921C74DB2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49AA6-CDFB-E04C-841F-6DBC4B25D2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5E705-D077-7A48-8881-93A24142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D49F1-47BD-F546-83E8-71636EC90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165E3-83C5-054C-A789-415F9F0A0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83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C4981-0B21-5840-B1C0-E04EAEB80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67104-610C-F24F-9EC9-40B5A836F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E6C24-1548-A343-8DB2-8B26A7E1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CDFD0-3D8A-464C-9ED5-1F8AD0C5D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9C5A1-DE4E-FA41-A18E-E906C460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27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B7F86-56B7-5340-B1D9-2E5A043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F3983-334B-5048-9F4A-806316877B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0366CF-A04F-F141-997C-12EE40AC4B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EDB23-5038-B140-80F7-2EBE7875D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B2D85-FF6C-314E-AD56-0B4C80145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EF368-E51A-1C4C-AD96-897BD89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808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0ECEF-7E25-0343-8099-D7643D04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D4ABD-ACAF-B04D-AD8F-6C1CB1AD2D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032E7E-17EA-274B-BD1E-6AA05FD42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641D55-A18A-CD4F-87C7-59F379F1D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0847FE-45E4-474A-892C-75BB5046EF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4F99AE-7704-2343-89C9-B388EF9D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A32E4A-EA86-B240-9ECF-E96B63C1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52B174-C384-A841-AFD9-B979F9B41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28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0C00-20D5-114E-B960-06BFC736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E9A1B8-5C4A-0045-8E06-B60603BB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78B1F-5CE0-A247-8EB2-E3E3DB903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97329A-199B-974F-800B-A77124B65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709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4A0BF-19E8-6147-8F36-816C87F5B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5CBFB2-A750-1440-8D30-AA9141EB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42239-D1CB-6842-BAB5-DA952C046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300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94C90-C3D5-4947-A002-B5C130B36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15710-9949-D749-9327-3A27F3A8A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2AB5D3-E995-C242-A0AA-254458F9B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FC3A-C44E-2F4E-ACE4-D2E5D8DF6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934E2-0B06-D34E-827D-D0E5DCB30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1436B-AE54-4D47-A7D2-73E2DE85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003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8B94C-D9BA-B643-9A5F-5DCBD727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1870D-9A90-D847-9FAE-C4762B7181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D3ED0-5936-5840-B436-E909C5A7DC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797221-8ACE-F744-8091-2104A0FAE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A9099-C9AC-F247-9BCA-644E6B2A6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4E086C-258E-9B42-8455-810C6A3E0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3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0420B-7189-E141-9113-4AB64DEFD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84AE7-E489-6545-A1A3-4A475B650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25AD3-B6F4-6945-BE9C-133FF6F0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E880F-6B96-B24E-896D-65CD76229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27375-26E0-DA46-96CE-7E6680A0E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053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B6522-97EA-634E-8B95-0216CEF0CB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729A43-B98F-0C4A-B1EC-52DE5B3E02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CA104D-265B-244E-8A2B-CFA758E39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282DB-E849-0647-AC00-9C272848F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95CFD-1085-5341-9BEA-47D5065E2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34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39504D-53B3-DC41-8F4B-CAC84F09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51CA17-D968-EC41-9DA3-28DD2C16C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6CD86-0048-0942-827F-CC87C0C9A9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04A352-ADDB-EB48-961F-FE604BFB22EF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F202FE-9659-4D49-8C04-EF4D597171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B3758-502E-8948-9AED-5D78B942DA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B3F967-FB6B-BE4D-B31A-AF37EE789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03696C-8165-364B-B70F-6D308831A760}"/>
              </a:ext>
            </a:extLst>
          </p:cNvPr>
          <p:cNvSpPr/>
          <p:nvPr/>
        </p:nvSpPr>
        <p:spPr>
          <a:xfrm>
            <a:off x="0" y="-326402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8A46B9F-824F-FC4C-AB93-F9103C0004CD}"/>
              </a:ext>
            </a:extLst>
          </p:cNvPr>
          <p:cNvSpPr/>
          <p:nvPr/>
        </p:nvSpPr>
        <p:spPr>
          <a:xfrm>
            <a:off x="1717287" y="2814641"/>
            <a:ext cx="3468029" cy="1829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FA1C94-F14B-2847-B37C-691E315440A1}"/>
              </a:ext>
            </a:extLst>
          </p:cNvPr>
          <p:cNvSpPr txBox="1"/>
          <p:nvPr/>
        </p:nvSpPr>
        <p:spPr>
          <a:xfrm>
            <a:off x="1717286" y="4274508"/>
            <a:ext cx="3468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Traveler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4DBD10A-37AC-134B-9FCA-1C66418EC04D}"/>
              </a:ext>
            </a:extLst>
          </p:cNvPr>
          <p:cNvSpPr/>
          <p:nvPr/>
        </p:nvSpPr>
        <p:spPr>
          <a:xfrm>
            <a:off x="5560740" y="713404"/>
            <a:ext cx="3468029" cy="1829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AD21587-B9DB-A74E-A012-EC71FE93951F}"/>
              </a:ext>
            </a:extLst>
          </p:cNvPr>
          <p:cNvSpPr/>
          <p:nvPr/>
        </p:nvSpPr>
        <p:spPr>
          <a:xfrm>
            <a:off x="5700388" y="867628"/>
            <a:ext cx="1081120" cy="10811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VN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B4EAE44-09A5-9042-9F4A-56A3A2196C08}"/>
              </a:ext>
            </a:extLst>
          </p:cNvPr>
          <p:cNvSpPr/>
          <p:nvPr/>
        </p:nvSpPr>
        <p:spPr>
          <a:xfrm>
            <a:off x="1717287" y="713404"/>
            <a:ext cx="3468029" cy="1829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B036F5-93E1-8F4A-B793-C4D6EDCD9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934" y="867627"/>
            <a:ext cx="1079472" cy="1081120"/>
          </a:xfrm>
          <a:prstGeom prst="ellipse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DC808B-5700-A246-89BC-73CFA84AB7EE}"/>
              </a:ext>
            </a:extLst>
          </p:cNvPr>
          <p:cNvSpPr txBox="1"/>
          <p:nvPr/>
        </p:nvSpPr>
        <p:spPr>
          <a:xfrm>
            <a:off x="3076053" y="938045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Joachim Neumann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0B0B0-2A27-394A-ABE2-9C1AF8E4A2C6}"/>
              </a:ext>
            </a:extLst>
          </p:cNvPr>
          <p:cNvSpPr txBox="1"/>
          <p:nvPr/>
        </p:nvSpPr>
        <p:spPr>
          <a:xfrm>
            <a:off x="1717286" y="2173271"/>
            <a:ext cx="3468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Primary Contact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0B6B1-E4ED-544E-911C-845F6CE52398}"/>
              </a:ext>
            </a:extLst>
          </p:cNvPr>
          <p:cNvSpPr txBox="1"/>
          <p:nvPr/>
        </p:nvSpPr>
        <p:spPr>
          <a:xfrm>
            <a:off x="3076053" y="1347353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✅  Passport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08CE56-0958-AB4C-B5ED-9B0790184217}"/>
              </a:ext>
            </a:extLst>
          </p:cNvPr>
          <p:cNvSpPr txBox="1"/>
          <p:nvPr/>
        </p:nvSpPr>
        <p:spPr>
          <a:xfrm>
            <a:off x="6919506" y="938045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Van Nguyen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E14414-8535-0C4F-9B6A-AF63BA9CE86F}"/>
              </a:ext>
            </a:extLst>
          </p:cNvPr>
          <p:cNvSpPr txBox="1"/>
          <p:nvPr/>
        </p:nvSpPr>
        <p:spPr>
          <a:xfrm>
            <a:off x="5560739" y="2173271"/>
            <a:ext cx="3468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Traveler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01AEC7-E999-9B4B-9D7B-946EA8FC6731}"/>
              </a:ext>
            </a:extLst>
          </p:cNvPr>
          <p:cNvSpPr txBox="1"/>
          <p:nvPr/>
        </p:nvSpPr>
        <p:spPr>
          <a:xfrm>
            <a:off x="6919506" y="1347353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☑️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 Passport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0C921F-02C1-2846-9EE8-771363B3811C}"/>
              </a:ext>
            </a:extLst>
          </p:cNvPr>
          <p:cNvSpPr/>
          <p:nvPr/>
        </p:nvSpPr>
        <p:spPr>
          <a:xfrm>
            <a:off x="1856934" y="3032181"/>
            <a:ext cx="1081120" cy="10811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TN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C7BF89-671E-9145-86EB-ACFDE9456342}"/>
              </a:ext>
            </a:extLst>
          </p:cNvPr>
          <p:cNvSpPr txBox="1"/>
          <p:nvPr/>
        </p:nvSpPr>
        <p:spPr>
          <a:xfrm>
            <a:off x="3076052" y="3102598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Toan</a:t>
            </a:r>
            <a:r>
              <a:rPr lang="en-US" dirty="0"/>
              <a:t> Nguyen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65F7B3-8B6F-0642-965B-B1DFCCB09802}"/>
              </a:ext>
            </a:extLst>
          </p:cNvPr>
          <p:cNvSpPr txBox="1"/>
          <p:nvPr/>
        </p:nvSpPr>
        <p:spPr>
          <a:xfrm>
            <a:off x="3076052" y="3511906"/>
            <a:ext cx="2007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☑️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 Passport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819F081-EA96-2A49-BEFA-7EE4058A6F7C}"/>
              </a:ext>
            </a:extLst>
          </p:cNvPr>
          <p:cNvSpPr/>
          <p:nvPr/>
        </p:nvSpPr>
        <p:spPr>
          <a:xfrm>
            <a:off x="5560739" y="2872543"/>
            <a:ext cx="3468029" cy="1829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7D4B29C-88C0-4E4F-B2EB-A34E46A6C36A}"/>
              </a:ext>
            </a:extLst>
          </p:cNvPr>
          <p:cNvSpPr/>
          <p:nvPr/>
        </p:nvSpPr>
        <p:spPr>
          <a:xfrm>
            <a:off x="5700387" y="3073070"/>
            <a:ext cx="1081120" cy="10811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5A9303A-42A3-A548-8855-169650B2413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5425418" y="2798101"/>
            <a:ext cx="1631057" cy="1631057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E2191907-E57D-8344-A4EF-25FA05FDB1D3}"/>
              </a:ext>
            </a:extLst>
          </p:cNvPr>
          <p:cNvGrpSpPr/>
          <p:nvPr/>
        </p:nvGrpSpPr>
        <p:grpSpPr>
          <a:xfrm>
            <a:off x="7191796" y="3309649"/>
            <a:ext cx="659952" cy="523220"/>
            <a:chOff x="7460166" y="3464955"/>
            <a:chExt cx="659952" cy="52322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05E8D8A-9156-C047-9BFD-D8F9853BD6B4}"/>
                </a:ext>
              </a:extLst>
            </p:cNvPr>
            <p:cNvSpPr/>
            <p:nvPr/>
          </p:nvSpPr>
          <p:spPr>
            <a:xfrm>
              <a:off x="7460166" y="3511906"/>
              <a:ext cx="462949" cy="4629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86CD306-53CF-FF48-8834-B70026ACC6BA}"/>
                </a:ext>
              </a:extLst>
            </p:cNvPr>
            <p:cNvSpPr txBox="1"/>
            <p:nvPr/>
          </p:nvSpPr>
          <p:spPr>
            <a:xfrm>
              <a:off x="7506801" y="3464955"/>
              <a:ext cx="6133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</a:rPr>
                <a:t>+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1530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1DCBC76-DA9A-DE5F-A7DF-DBC943FE3C80}"/>
              </a:ext>
            </a:extLst>
          </p:cNvPr>
          <p:cNvGrpSpPr/>
          <p:nvPr/>
        </p:nvGrpSpPr>
        <p:grpSpPr>
          <a:xfrm>
            <a:off x="4329629" y="1663547"/>
            <a:ext cx="2247441" cy="2412694"/>
            <a:chOff x="4329629" y="1663547"/>
            <a:chExt cx="2247441" cy="2412694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AE099A46-F45A-F47B-FC93-7C6E3E6BE39A}"/>
                </a:ext>
              </a:extLst>
            </p:cNvPr>
            <p:cNvSpPr/>
            <p:nvPr/>
          </p:nvSpPr>
          <p:spPr>
            <a:xfrm>
              <a:off x="4329629" y="1828800"/>
              <a:ext cx="2247441" cy="2247441"/>
            </a:xfrm>
            <a:prstGeom prst="roundRect">
              <a:avLst/>
            </a:prstGeom>
            <a:noFill/>
            <a:ln w="139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336296-74BA-D177-4935-54571BD9F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55863" y="1955034"/>
              <a:ext cx="1994972" cy="1994972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CB7B136-8C67-F845-3DE0-1F961D28500C}"/>
                </a:ext>
              </a:extLst>
            </p:cNvPr>
            <p:cNvCxnSpPr/>
            <p:nvPr/>
          </p:nvCxnSpPr>
          <p:spPr>
            <a:xfrm>
              <a:off x="4957590" y="1663547"/>
              <a:ext cx="0" cy="324538"/>
            </a:xfrm>
            <a:prstGeom prst="line">
              <a:avLst/>
            </a:prstGeom>
            <a:ln w="139700" cap="rnd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DB67CC3-9FBE-3965-44BC-5F91A9A468C8}"/>
                </a:ext>
              </a:extLst>
            </p:cNvPr>
            <p:cNvCxnSpPr/>
            <p:nvPr/>
          </p:nvCxnSpPr>
          <p:spPr>
            <a:xfrm>
              <a:off x="6096000" y="1663547"/>
              <a:ext cx="0" cy="324538"/>
            </a:xfrm>
            <a:prstGeom prst="line">
              <a:avLst/>
            </a:prstGeom>
            <a:ln w="139700" cap="rnd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3033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1910</TotalTime>
  <Words>19</Words>
  <Application>Microsoft Macintosh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Joachim Neumann</cp:lastModifiedBy>
  <cp:revision>4</cp:revision>
  <dcterms:created xsi:type="dcterms:W3CDTF">2026-03-10T07:07:37Z</dcterms:created>
  <dcterms:modified xsi:type="dcterms:W3CDTF">2026-04-05T10:02:32Z</dcterms:modified>
</cp:coreProperties>
</file>