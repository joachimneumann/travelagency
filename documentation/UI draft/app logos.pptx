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4" d="100"/>
          <a:sy n="114" d="100"/>
        </p:scale>
        <p:origin x="9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18C9-950B-984D-BF0B-9112152F6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7A11D-E766-EA4C-B4DE-D5078E512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F78B7-02AB-7E47-A73D-A0248490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C1F8-73B5-434D-A932-A3856F2B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D106D-5D6E-8849-B392-3361270D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31B5-FB04-E34E-955E-B8F26411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E46E-A0B2-274E-AE56-22BA59AC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A6979-8539-5E48-B58F-5FF468F2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CBE2-5164-F847-BCAB-F002D133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D8A5F-150E-9D49-A9F7-C02F63DD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7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4ED9-CDEB-0542-9870-8F293694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601C4-878B-7844-867A-87BAD0CD1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92618-30B7-494E-89AE-65E00FD5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59D69-105A-B14C-B545-176DFFB3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EEC50-5580-6C40-930E-6FB009D5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9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4F95-7BE9-4D47-BC15-0F19F787E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7E7EC-2078-FF4A-A8BF-4B7027C7A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2BC-7A71-8849-B106-23DA17D69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18B0B-5E6F-A744-A3A2-40AFC45F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2F977-3993-BC4B-A17C-37B9C03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0641C-347C-5642-8B8C-53E61932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5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1E9D-4BCA-994A-9DD5-2A0CFB9C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42AFC-7298-3C47-9958-4992333FB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ADEDC-4EBD-2B40-87F7-2ECEE925A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1213C-BAC4-3845-9E0D-6ED36C0C0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2A9AB-0F07-6F4B-A936-1C165272A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7A11C-39DB-9B47-B285-D7E1DDD5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B243F-46E2-6548-A6F0-71DE5690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31578-2D50-284E-8A83-8B158FAF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6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3136-0EAD-D84C-81CB-39D9E59B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19814-54AB-4444-8846-76A77250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2F9C4-D9B9-704D-B524-9257AA9A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D84D7-34FE-654A-B7A2-59EE8CA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8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BBBF3-8155-8D42-AF03-BAED0F48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E3134-B4E6-AE41-8738-988775A3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46F9-5AEB-DE4B-8DEC-3128D434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1E71-F92A-004F-A320-69A68A83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A4F0-CB3E-254D-8AFC-BFB2B45DD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D1FB5-82F5-4E40-BDAC-C8FFB1E01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0F001-8255-F644-8BD6-9098E489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834E1-20E2-7F4A-AD7B-C20C3F9C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84CFC-2DCC-674D-A618-D3211A2D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4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1691-92C9-6E41-A675-D1585EB9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7B2160-338F-4E46-9251-7827AB70B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7C78A-BE11-C045-B5CE-830C714B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2EA07-1745-024D-920C-8B810B6D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B6629-3B8C-214D-BE2A-8B273251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F55E-3CA6-B340-8374-A5F19C20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8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5D2C-D0BF-BE43-B7C1-27950B4D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B6DEE-9016-4041-BB15-53212FD15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1E495-4CAE-334D-B15C-C6C7CE7F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91661-FDEA-B747-BA97-54CC354A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09F95-79CD-804B-9DC8-B58C797C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84E9B-A9C7-6244-B399-57CCE3629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A6A5D-1684-7843-A34E-57ED7CF41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A1D88-085B-CD41-B44B-3A1366EB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7305-4863-AA48-8A83-F5824ABD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6EC25-D63A-0C4A-8180-1F5E3DD6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3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13B47-ADFE-AF45-86B8-A35F0A32D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FCA40-1BA4-424D-8873-06FA3BF2E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C0A10-ECB8-1045-BA58-AD5B7C46E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D3505-EAAB-954D-9C30-72A9464A59A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7B5FE-86D4-B941-A918-5AEE4BFB2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09ED-992E-C543-8CF0-D4C416C5A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C9F0B-7EA3-8F4C-B0F2-D53EEF0D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0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829FA1-832E-0E46-AF78-0A8344B43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05"/>
          <a:stretch/>
        </p:blipFill>
        <p:spPr>
          <a:xfrm>
            <a:off x="4516244" y="2120900"/>
            <a:ext cx="4830956" cy="261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D647C-8AB1-1A43-A24B-AC87B446F4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095"/>
          <a:stretch/>
        </p:blipFill>
        <p:spPr>
          <a:xfrm>
            <a:off x="2856570" y="2299319"/>
            <a:ext cx="1619404" cy="2616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9E33DE-9928-E941-89EB-49DD03A2A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499483"/>
            <a:ext cx="4191000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E1799-E080-FF44-97E8-AB23F17151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55" t="19095" r="41197" b="69686"/>
          <a:stretch/>
        </p:blipFill>
        <p:spPr>
          <a:xfrm>
            <a:off x="6358052" y="836342"/>
            <a:ext cx="1369122" cy="401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0B510F-A504-3049-8BF4-FC3DC4749C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466" t="34875" r="40798" b="30003"/>
          <a:stretch/>
        </p:blipFill>
        <p:spPr>
          <a:xfrm>
            <a:off x="6440446" y="683013"/>
            <a:ext cx="1204333" cy="401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2D1A8-3064-DA4E-99EE-0232DBF43449}"/>
              </a:ext>
            </a:extLst>
          </p:cNvPr>
          <p:cNvSpPr txBox="1"/>
          <p:nvPr/>
        </p:nvSpPr>
        <p:spPr>
          <a:xfrm>
            <a:off x="6049688" y="1052707"/>
            <a:ext cx="203045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spc="160" dirty="0">
                <a:solidFill>
                  <a:schemeClr val="bg1"/>
                </a:solidFill>
              </a:rPr>
              <a:t>BackOffice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8E5F52-C031-6C44-8AEF-C8DCBF603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741293"/>
            <a:ext cx="4191000" cy="1143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16E37C-3B13-9A40-BD61-C6705A6898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055" t="48537" r="38825" b="29011"/>
          <a:stretch/>
        </p:blipFill>
        <p:spPr>
          <a:xfrm>
            <a:off x="2080630" y="2020386"/>
            <a:ext cx="1619404" cy="5736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A9EA81-BB5B-5745-A66D-B3E277E869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055" t="48537" r="38825" b="29011"/>
          <a:stretch/>
        </p:blipFill>
        <p:spPr>
          <a:xfrm>
            <a:off x="2058328" y="2110524"/>
            <a:ext cx="1810216" cy="5736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9C6ED8-952E-514C-BA42-6CE2943A6CCA}"/>
              </a:ext>
            </a:extLst>
          </p:cNvPr>
          <p:cNvSpPr txBox="1"/>
          <p:nvPr/>
        </p:nvSpPr>
        <p:spPr>
          <a:xfrm>
            <a:off x="1970049" y="2132267"/>
            <a:ext cx="203045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spc="160" dirty="0"/>
              <a:t>BackOffice</a:t>
            </a:r>
          </a:p>
        </p:txBody>
      </p:sp>
    </p:spTree>
    <p:extLst>
      <p:ext uri="{BB962C8B-B14F-4D97-AF65-F5344CB8AC3E}">
        <p14:creationId xmlns:p14="http://schemas.microsoft.com/office/powerpoint/2010/main" val="80141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2026-05-16T09:46:05Z</dcterms:created>
  <dcterms:modified xsi:type="dcterms:W3CDTF">2026-05-17T00:49:21Z</dcterms:modified>
</cp:coreProperties>
</file>