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3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C62AD"/>
    <a:srgbClr val="D0DDED"/>
    <a:srgbClr val="EAEF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51"/>
    <p:restoredTop sz="94668"/>
  </p:normalViewPr>
  <p:slideViewPr>
    <p:cSldViewPr snapToGrid="0">
      <p:cViewPr>
        <p:scale>
          <a:sx n="149" d="100"/>
          <a:sy n="149" d="100"/>
        </p:scale>
        <p:origin x="16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24A933-F22E-6453-6A7F-0F201D337A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B7A84D-43A3-0DBE-0BEA-9F9F20D38D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E11E65-1829-88E8-919F-7E9B12391B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88924-AB55-9E44-A2A4-FA1EF06ADD5B}" type="datetimeFigureOut">
              <a:t>4/1/26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00539D-4972-5F6E-504C-60672E87A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722829-7CC9-ABDE-EB30-373EBEEDCC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44403-D0BE-4D47-9DC5-1497BC425D8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07947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D246E-8DCB-7427-96C5-676AB994DE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856EAB-D011-676B-2567-B20C0A3519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F50485-7D68-8319-808C-1C0AC0BBFE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88924-AB55-9E44-A2A4-FA1EF06ADD5B}" type="datetimeFigureOut">
              <a:t>4/1/26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1665D2-FF4C-BBD5-B5EB-013A3D722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AF86B1-B7C7-81A2-A2E8-6F4A2B72A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44403-D0BE-4D47-9DC5-1497BC425D8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0959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318DE-AAB2-D5C8-3886-B9CCC9576F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131478-A597-8A08-B25C-7038ECA7F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8DE5A3-B7D9-583F-9D47-A06F7AE0E7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88924-AB55-9E44-A2A4-FA1EF06ADD5B}" type="datetimeFigureOut">
              <a:t>4/1/26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943952-7FD5-EB8E-4D99-D96669921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AF3417-0024-8887-9793-E4178FE98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44403-D0BE-4D47-9DC5-1497BC425D8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2369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24F8E-0DB5-7D40-B0D7-F24DE2E978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6CC862-B49C-4F74-B567-8B23A7DBE3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A046E5-19B9-5049-4E5B-74183FBBAE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EDC59E-1838-FE65-2C91-AD3C1FB047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88924-AB55-9E44-A2A4-FA1EF06ADD5B}" type="datetimeFigureOut">
              <a:t>4/1/26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82DD5A-33EE-C600-12B8-488FD347D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738165-5D9E-0A7B-CE30-CABD6714D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44403-D0BE-4D47-9DC5-1497BC425D8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107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1DD34-6A42-C0BB-0304-B2B19E9E2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ECD827-01D4-E5DC-8278-A902CB906E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445BF2-320B-DE60-F23A-2C99B1D500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332FA6-B17A-C27E-AC1E-9D3878C827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C40CD0-E39B-FCB9-54B3-5D05EF70CE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0CC7B17-A190-B422-8A87-FAC7BFF5C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88924-AB55-9E44-A2A4-FA1EF06ADD5B}" type="datetimeFigureOut">
              <a:t>4/1/26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1026F58-654F-499F-6684-D5397FEB92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235BC18-B883-38A1-D9D3-009397DEA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44403-D0BE-4D47-9DC5-1497BC425D8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0337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F8FC8-AE80-9881-062A-FC3E14E55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CB3EDE-2AFB-D73C-0FB0-466A960BBE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88924-AB55-9E44-A2A4-FA1EF06ADD5B}" type="datetimeFigureOut">
              <a:t>4/1/26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6A1920-B944-34DC-930C-A8D60AF4F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D179C5-888A-7278-922B-37A98F917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44403-D0BE-4D47-9DC5-1497BC425D8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6525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D4BD8CF-832B-39DF-244D-B2D6322713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88924-AB55-9E44-A2A4-FA1EF06ADD5B}" type="datetimeFigureOut">
              <a:t>4/1/26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FCDA5C-7BD5-E996-AC69-38F987E3F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689B68-D2F5-BD98-41C6-CE8546D59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44403-D0BE-4D47-9DC5-1497BC425D8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81805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8A562-75C5-5DA3-1093-91324A5929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5999C7-683E-A060-8D28-422F6A2E5B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22D29C-2487-2447-4821-F589B81FF3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A6D586-8AD6-B210-1B82-26B2341A3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88924-AB55-9E44-A2A4-FA1EF06ADD5B}" type="datetimeFigureOut">
              <a:t>4/1/26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072DB5-7FE3-6465-6B09-DF63E01D49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86477D-5CB4-397F-9F5E-C1D7003C2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44403-D0BE-4D47-9DC5-1497BC425D8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7963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7F9B21-4597-E4A3-3402-FBD83E0C1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A1600B6-18AA-E2B2-446B-5973D2466E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109422-12DE-06F7-2EEC-F5EAFC09E3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3DB2AC-1058-B402-AEC9-7D3744F1AF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88924-AB55-9E44-A2A4-FA1EF06ADD5B}" type="datetimeFigureOut">
              <a:t>4/1/26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A36CF2-46A8-7F16-4FBD-1A19B9CA4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C769E4-E2EC-58B6-DF99-7B6FA18F5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44403-D0BE-4D47-9DC5-1497BC425D8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4938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333B0-1B76-2D02-350B-5F2CDE254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0D0E9B-A5E2-DF35-EDDA-C8F0E45507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3F425B-F5EC-9903-3BFE-32830685CE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88924-AB55-9E44-A2A4-FA1EF06ADD5B}" type="datetimeFigureOut">
              <a:t>4/1/26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11B952-4D84-9A6F-8F33-D1739B812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14F12F-E6F9-C72F-B2E4-8DB16BA3E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44403-D0BE-4D47-9DC5-1497BC425D8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1466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F91F580-0794-61EF-92B5-1724BF496F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DDC64A-CA8A-28D2-8DD6-F5110F5A44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9AC37C-7C61-4FF2-E9A4-D4C1439A0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88924-AB55-9E44-A2A4-FA1EF06ADD5B}" type="datetimeFigureOut">
              <a:t>4/1/26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D0A0C1-BF6C-DCD5-38A8-1AE1CAB6DE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91934F-A628-9CC2-FFBE-DD0791A9B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44403-D0BE-4D47-9DC5-1497BC425D8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1911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34D1E7-E56D-5422-03DE-C7976507FA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17C5EC-A5E1-EBFA-A9B1-371755F892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117168-3D98-2CD9-02BA-ACC8893EAC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B88924-AB55-9E44-A2A4-FA1EF06ADD5B}" type="datetimeFigureOut">
              <a:t>4/1/26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86D72A-9CB5-A1D8-28E6-EAC5C2D760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B5D705-3E5E-1D98-0D0C-BEBCB83731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F44403-D0BE-4D47-9DC5-1497BC425D8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1868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472D532-B72C-74BA-AF11-A15B47C81B3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533" b="36866"/>
          <a:stretch>
            <a:fillRect/>
          </a:stretch>
        </p:blipFill>
        <p:spPr>
          <a:xfrm>
            <a:off x="2159331" y="3446092"/>
            <a:ext cx="6638321" cy="135664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0146D57-7578-B302-AFDC-D9E6074B54E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132" t="66780" r="40250"/>
          <a:stretch>
            <a:fillRect/>
          </a:stretch>
        </p:blipFill>
        <p:spPr>
          <a:xfrm>
            <a:off x="3992853" y="4811283"/>
            <a:ext cx="3045151" cy="71386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5CDE54A-B989-2754-E5B1-56B2A86792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2105" y="258793"/>
            <a:ext cx="3572774" cy="3572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19739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604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Joachim Neumann</dc:creator>
  <cp:lastModifiedBy>Joachim Neumann</cp:lastModifiedBy>
  <cp:revision>9</cp:revision>
  <dcterms:created xsi:type="dcterms:W3CDTF">2026-03-30T05:31:46Z</dcterms:created>
  <dcterms:modified xsi:type="dcterms:W3CDTF">2026-04-01T07:02:09Z</dcterms:modified>
</cp:coreProperties>
</file>