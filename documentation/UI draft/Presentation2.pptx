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 snapToObjects="1">
      <p:cViewPr>
        <p:scale>
          <a:sx n="248" d="100"/>
          <a:sy n="248" d="100"/>
        </p:scale>
        <p:origin x="-3096" y="-2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0205-8E8C-6A42-802A-970F46093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FE5FA-D808-2548-A930-99986294C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E1FE7-B4C3-5A4E-9DA1-EEB3F040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4C2E-03EE-B847-B08F-6C6B4F11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4204A-9113-5F45-A460-16D81C4E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8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D6A3-7629-A64E-B65A-57EF78B02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9E3CA-CE4A-8A42-8F4A-9CE6E6AB9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000B3-E851-8541-919D-A2D433E7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4AA87-4785-C749-86B5-ED0D0797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8FFC2-6839-4C4A-A86B-9F7E6DDD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2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26DB-2206-4B47-B8A6-AA9307D1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499D9-7440-7545-852C-E493A0178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BE1AD-34CF-D448-BD56-6F1A8EEF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10B35-95D6-F54C-B81B-AFFD6B1CC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352AC-33DB-864B-90D7-2646CDB8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3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53D4-150D-464C-9C3E-52CFBDB8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34D1-EC0C-714D-8359-1EB275F30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8EBFE-EF5E-B749-9434-32E3DA643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35D55-8DC6-D14C-A7D0-810F485F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1759F-ECAF-1040-B192-7A9FA441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7C128-C7C6-7042-86C8-837DF7DB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CF0F-5898-B14E-B19A-4A973642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61385-D675-5D41-AC64-8331ED539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47A28-F87F-FC40-8D51-95C428D32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DE976-386A-D646-9E14-D5EC678F9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9DA101-8DAF-D949-8C9A-3A2D356AB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BCB70-E9BF-5144-BD10-5B736A35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964839-2F69-8442-A31C-C531C9DC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64CEF-D213-534E-A9CA-BB40C45E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0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D4B7-7C5B-1649-B238-0686CF5E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B5939-264F-6248-BE5E-562AB586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F469A-934C-B14D-9565-40A6116F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F8279-0936-584E-ACCD-A415BA27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8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398CA-B3AF-D542-9A9A-C7571312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F88F9-B1F9-5E4D-97E6-E7B3D13D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6B98A-910D-544F-8295-7850364B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07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CFBD-041D-104D-9CE6-B9EE5BF0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9A352-C3E1-F040-A5BC-748A752E9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59D72-4195-7346-994E-7FD671EE8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10AF9-A66B-8B4B-B3D1-3CD1190C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87524-4893-A841-AE7F-2039F7AF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B44CF-7B30-B144-85E8-F83896BB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1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AACB1-608E-E749-B6B2-DC93A24D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4B3C8E-6291-0046-B191-C0C07E8B3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2CAC6-0CE6-B24E-B70A-8330345A5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F05F6-8CB4-8243-A614-5D3167FC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A883A-7139-6A41-ACDC-CF6F4C96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D98B1-7098-8145-BE41-CECD327E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6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899-755A-A94A-AEA6-C8C1109E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688C5-E20B-6844-9457-8C5D75C73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32E6A-CE92-7D40-ADF0-238720835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06D94-30AF-2E42-BC69-DD5B62F5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73904-F125-3849-93EA-7F395F05A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3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70993-041A-8C4F-BE87-0FD89C424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DBE3B-B92F-7344-BF55-0B51F07FE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55206-AA44-814F-925A-A8634E6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B2022-47CC-054F-BDAC-DEE07DA5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55F29-6307-284B-ADF9-97270272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1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980D9-B294-694D-9500-0C65A150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3A4E3-D73E-E941-840F-1B4DBFBEF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98839-10C3-D34F-86B0-1571C84AAC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8C6CC-565A-6B44-964D-1A28B2381335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46A1B-BBDF-CB42-98AB-A9C8616DF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62A78-0C2D-4149-BAA0-FA9F53903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D633D-7187-2C44-987E-A5883C233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1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35FCFA-396C-3F4B-B5B8-E15DC348A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064" r="76956" b="20969"/>
          <a:stretch/>
        </p:blipFill>
        <p:spPr>
          <a:xfrm>
            <a:off x="4188211" y="1808666"/>
            <a:ext cx="1463288" cy="1516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792ED3-3DFD-9C41-8DFB-2204FC6785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1" t="26486" r="2400" b="41120"/>
          <a:stretch/>
        </p:blipFill>
        <p:spPr>
          <a:xfrm>
            <a:off x="2631687" y="3325232"/>
            <a:ext cx="4576337" cy="847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A76913-71B7-794E-BBB3-1A050FAC35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95" t="58169" r="41541" b="27847"/>
          <a:stretch/>
        </p:blipFill>
        <p:spPr>
          <a:xfrm>
            <a:off x="3789246" y="4172725"/>
            <a:ext cx="2074127" cy="36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2026-05-13T08:33:13Z</dcterms:created>
  <dcterms:modified xsi:type="dcterms:W3CDTF">2026-05-13T09:42:28Z</dcterms:modified>
</cp:coreProperties>
</file>