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8"/>
    <p:restoredTop sz="94634"/>
  </p:normalViewPr>
  <p:slideViewPr>
    <p:cSldViewPr snapToGrid="0" snapToObjects="1">
      <p:cViewPr>
        <p:scale>
          <a:sx n="177" d="100"/>
          <a:sy n="177" d="100"/>
        </p:scale>
        <p:origin x="236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405B8-93BD-774A-A9D3-4CC23F2B3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28813-9E5C-474C-9AFC-AF9526B3C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11E11-C8DF-6540-956E-FBC99469D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54C3E-6689-EF45-8B08-74FD21670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17052-5CA5-2E4C-B3A5-BC328162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4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68C8-931B-024B-A873-4AC9F0F20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21F51-100A-C34A-A26A-11EE4137F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5F55F-C46C-C841-BD86-E6249A6E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CBFE8-0B79-A24C-B566-5E3528FE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545-F22F-D542-9BA3-34896AEE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5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1EA8C-9FD8-874A-913A-ECBD3F415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0055-A2A6-BF4C-8272-1FE67866A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2207D-EA90-334F-B3DA-A9CBFF0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578A7-0BAF-E24F-AD6E-DAA18304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2B13B-C6D9-0B48-BA4A-F2936E30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410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B648-06B1-7A4C-B068-1C2D35F03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67AA2-8E81-C14D-922E-4D2F72C323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413B5-DA7F-8B46-8278-6143CB8F3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2CDC9-9702-D341-98E4-D6BDCA81C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2AF96-681D-5D40-8247-A366D955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91163-14D6-4C41-BABB-F47B2E51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17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CC96-7B90-7546-B950-7C2598C79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C2077-BA3B-2546-9443-C910B0482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B0A90-BAE7-5D43-998C-0DC2F961A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28FA8-B75A-9A44-826C-EE354674EF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D7AF0-FC56-4F40-9071-179F0EAFC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81452-A48C-524A-8BCE-B64162E6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E25B86-14E9-0244-9B9D-0207A39E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3ACE0-E36D-0D48-9B25-3497BC57B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7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6DE09-4310-C945-9C3D-18C69F2D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E97F43-2F71-A647-BCCD-743FE6B4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51134-B5E3-D846-8F04-4BB769365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A4C64A-A435-9447-8933-888AB984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9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ABED5-B1EF-654E-832B-9EB4309E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4E2721-D2AF-8E47-B1E6-0FDC20A86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1CB94-49AC-6D46-87C4-A9604D2B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67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AC964-CCB8-6B40-BE7F-BAC043FA2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025E5-E197-6440-89B5-295C90E4E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48DD2-0317-D548-BB8E-10FE5881E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E3B8A-D600-9F4C-8D42-100D81759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97E6D-7C32-3E48-A6B6-708AC3DF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C5281-2BE3-2E42-B239-4F2795DD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38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9250-3FF8-1F4B-BB5F-053BC0272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D3648-E4A1-4E4F-B461-DDB762E253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CAC68-98D4-9A47-BE0C-8F9E5CFC3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B7F41-E52D-3B43-8299-324CC84CF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2FCEB-8E87-1F45-98E4-9E9EAC7E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54FD7-0FBA-BF4D-B282-BB489B65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9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912AF-7937-B945-B909-6A298C308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F8247-C007-FB46-A1DD-9E2DA7833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CC174-DE18-934E-AC66-575B11A9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5FBE5-25DA-B343-917C-88E0B779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EF5DF-4568-194E-B390-9A069BCC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49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37E358-CA6F-1E40-8F99-D68FB3605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0CE94-57E4-7B4D-944B-3B805A92B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3B420-9FA9-A142-B442-BCFE422EC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BC310-4EF6-FD43-A91C-3038E6F6A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DA72-6845-854E-A888-DCCA2DA78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7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38377B-C95C-174D-9E3F-B2D8159A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1255A-E4FF-C74B-A1D8-52D08B895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D8525-350F-054E-9F98-B556C67484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E9EF9-6933-F040-9191-C095370C2F3C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B3856-3427-DE44-9F4C-AA7CE41AF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A564B-A41A-6D44-A089-F2D68E86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4ED7D-ACC1-6E4B-BE6B-8E13589FF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4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ser attachment">
            <a:extLst>
              <a:ext uri="{FF2B5EF4-FFF2-40B4-BE49-F238E27FC236}">
                <a16:creationId xmlns:a16="http://schemas.microsoft.com/office/drawing/2014/main" id="{87EF3A78-2606-3D4A-82D2-C7E662284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642" y="334895"/>
            <a:ext cx="3018810" cy="508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User attachment">
            <a:extLst>
              <a:ext uri="{FF2B5EF4-FFF2-40B4-BE49-F238E27FC236}">
                <a16:creationId xmlns:a16="http://schemas.microsoft.com/office/drawing/2014/main" id="{ED92544A-904E-7146-AC7B-70D0151AC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91"/>
          <a:stretch/>
        </p:blipFill>
        <p:spPr bwMode="auto">
          <a:xfrm>
            <a:off x="4589972" y="334896"/>
            <a:ext cx="5238496" cy="3521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" descr="User attachment">
            <a:extLst>
              <a:ext uri="{FF2B5EF4-FFF2-40B4-BE49-F238E27FC236}">
                <a16:creationId xmlns:a16="http://schemas.microsoft.com/office/drawing/2014/main" id="{69B986B7-4AC7-C54B-B901-64D14D2E19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506" r="34443"/>
          <a:stretch/>
        </p:blipFill>
        <p:spPr bwMode="auto">
          <a:xfrm>
            <a:off x="3193773" y="5724939"/>
            <a:ext cx="4969565" cy="60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199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2026-05-13T01:15:21Z</dcterms:created>
  <dcterms:modified xsi:type="dcterms:W3CDTF">2026-05-13T01:18:29Z</dcterms:modified>
</cp:coreProperties>
</file>