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C62AD"/>
    <a:srgbClr val="D0DDED"/>
    <a:srgbClr val="EAEFF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451"/>
    <p:restoredTop sz="94668"/>
  </p:normalViewPr>
  <p:slideViewPr>
    <p:cSldViewPr snapToGrid="0">
      <p:cViewPr varScale="1">
        <p:scale>
          <a:sx n="148" d="100"/>
          <a:sy n="148" d="100"/>
        </p:scale>
        <p:origin x="224" y="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24A933-F22E-6453-6A7F-0F201D337A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4B7A84D-43A3-0DBE-0BEA-9F9F20D38D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9E11E65-1829-88E8-919F-7E9B12391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00539D-4972-5F6E-504C-60672E87A6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E722829-7CC9-ABDE-EB30-373EBEEDCC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07947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0D246E-8DCB-7427-96C5-676AB994DE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856EAB-D011-676B-2567-B20C0A3519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F50485-7D68-8319-808C-1C0AC0BBF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C1665D2-FF4C-BBD5-B5EB-013A3D722A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AF86B1-B7C7-81A2-A2E8-6F4A2B72AA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10959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4318DE-AAB2-D5C8-3886-B9CCC9576F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131478-A597-8A08-B25C-7038ECA7F3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8DE5A3-B7D9-583F-9D47-A06F7AE0E7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43952-7FD5-EB8E-4D99-D96669921E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AF3417-0024-8887-9793-E4178FE98A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523690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124F8E-0DB5-7D40-B0D7-F24DE2E978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6CC862-B49C-4F74-B567-8B23A7DBE35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8A046E5-19B9-5049-4E5B-74183FBBAE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5EDC59E-1838-FE65-2C91-AD3C1FB047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082DD5A-33EE-C600-12B8-488FD347D7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738165-5D9E-0A7B-CE30-CABD6714DF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91070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1DD34-6A42-C0BB-0304-B2B19E9E22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1ECD827-01D4-E5DC-8278-A902CB906E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5445BF2-320B-DE60-F23A-2C99B1D5005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332FA6-B17A-C27E-AC1E-9D3878C827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C40CD0-E39B-FCB9-54B3-5D05EF70CE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0CC7B17-A190-B422-8A87-FAC7BFF5C6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4/1/26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1026F58-654F-499F-6684-D5397FEB92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235BC18-B883-38A1-D9D3-009397DEA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80337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F8FC8-AE80-9881-062A-FC3E14E556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FCB3EDE-2AFB-D73C-0FB0-466A960BBE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4/1/26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F6A1920-B944-34DC-930C-A8D60AF4F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1D179C5-888A-7278-922B-37A98F917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66525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4BD8CF-832B-39DF-244D-B2D632271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4/1/26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DFCDA5C-7BD5-E996-AC69-38F987E3F4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689B68-D2F5-BD98-41C6-CE8546D59A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81805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8A562-75C5-5DA3-1093-91324A592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5999C7-683E-A060-8D28-422F6A2E5B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22D29C-2487-2447-4821-F589B81FF3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2A6D586-8AD6-B210-1B82-26B2341A3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3072DB5-7FE3-6465-6B09-DF63E01D49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686477D-5CB4-397F-9F5E-C1D7003C24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7963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7F9B21-4597-E4A3-3402-FBD83E0C1A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A1600B6-18AA-E2B2-446B-5973D2466E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6109422-12DE-06F7-2EEC-F5EAFC09E3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3DB2AC-1058-B402-AEC9-7D3744F1AF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4/1/26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8A36CF2-46A8-7F16-4FBD-1A19B9CA4E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FC769E4-E2EC-58B6-DF99-7B6FA18F59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54938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1333B0-1B76-2D02-350B-5F2CDE2542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90D0E9B-A5E2-DF35-EDDA-C8F0E45507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3F425B-F5EC-9903-3BFE-32830685CE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11B952-4D84-9A6F-8F33-D1739B812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14F12F-E6F9-C72F-B2E4-8DB16BA3ED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14664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F91F580-0794-61EF-92B5-1724BF496F7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8DDC64A-CA8A-28D2-8DD6-F5110F5A444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9AC37C-7C61-4FF2-E9A4-D4C1439A06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B88924-AB55-9E44-A2A4-FA1EF06ADD5B}" type="datetimeFigureOut"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D0A0C1-BF6C-DCD5-38A8-1AE1CAB6DE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91934F-A628-9CC2-FFBE-DD0791A9B5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919118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534D1E7-E56D-5422-03DE-C7976507FA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F17C5EC-A5E1-EBFA-A9B1-371755F892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117168-3D98-2CD9-02BA-ACC8893EAC2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4B88924-AB55-9E44-A2A4-FA1EF06ADD5B}" type="datetimeFigureOut">
              <a:t>4/1/26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86D72A-9CB5-A1D8-28E6-EAC5C2D7601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B5D705-3E5E-1D98-0D0C-BEBCB83731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9F44403-D0BE-4D47-9DC5-1497BC425D8E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21868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59F82E-4D13-5464-30F9-27B127E5D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54AB0CB-5584-697D-2829-7D1AA3547BE4}"/>
              </a:ext>
            </a:extLst>
          </p:cNvPr>
          <p:cNvSpPr/>
          <p:nvPr/>
        </p:nvSpPr>
        <p:spPr>
          <a:xfrm>
            <a:off x="507282" y="3242775"/>
            <a:ext cx="1397688" cy="377826"/>
          </a:xfrm>
          <a:prstGeom prst="roundRect">
            <a:avLst>
              <a:gd name="adj" fmla="val 48600"/>
            </a:avLst>
          </a:prstGeom>
          <a:solidFill>
            <a:srgbClr val="EAEFF7"/>
          </a:solidFill>
          <a:ln w="9525">
            <a:solidFill>
              <a:srgbClr val="D0DD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2C62AD"/>
                </a:solidFill>
              </a:rPr>
              <a:t>Preview PDF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3AAA444-A6DF-CA72-3B86-818DE93FFA04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3315"/>
          <a:stretch>
            <a:fillRect/>
          </a:stretch>
        </p:blipFill>
        <p:spPr>
          <a:xfrm>
            <a:off x="2913841" y="3140264"/>
            <a:ext cx="4405758" cy="777240"/>
          </a:xfrm>
          <a:prstGeom prst="rect">
            <a:avLst/>
          </a:prstGeom>
        </p:spPr>
      </p:pic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F14145BD-3FA0-AB33-7D2A-E5A9CFF29D90}"/>
              </a:ext>
            </a:extLst>
          </p:cNvPr>
          <p:cNvSpPr/>
          <p:nvPr/>
        </p:nvSpPr>
        <p:spPr>
          <a:xfrm>
            <a:off x="5192627" y="3991368"/>
            <a:ext cx="1292087" cy="245075"/>
          </a:xfrm>
          <a:prstGeom prst="roundRect">
            <a:avLst>
              <a:gd name="adj" fmla="val 48600"/>
            </a:avLst>
          </a:prstGeom>
          <a:solidFill>
            <a:srgbClr val="EAEFF7"/>
          </a:solidFill>
          <a:ln w="9525">
            <a:solidFill>
              <a:srgbClr val="D0DD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2C62AD"/>
                </a:solidFill>
              </a:rPr>
              <a:t>Create PDF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95EAA90-A3BB-73BC-5882-5A66D255B85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46" r="70991" b="56084"/>
          <a:stretch>
            <a:fillRect/>
          </a:stretch>
        </p:blipFill>
        <p:spPr>
          <a:xfrm>
            <a:off x="4813909" y="3187550"/>
            <a:ext cx="354617" cy="34133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9DD16CE-0E27-CEB8-8724-699AB41F6223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46" r="70991" b="56084"/>
          <a:stretch>
            <a:fillRect/>
          </a:stretch>
        </p:blipFill>
        <p:spPr>
          <a:xfrm>
            <a:off x="3641302" y="3145510"/>
            <a:ext cx="354617" cy="341334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B42184A2-98D5-8B86-239C-EBC00DE39B4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7903" b="58951"/>
          <a:stretch>
            <a:fillRect/>
          </a:stretch>
        </p:blipFill>
        <p:spPr>
          <a:xfrm>
            <a:off x="3690" y="2775286"/>
            <a:ext cx="11609162" cy="21336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F93BA22C-49E0-C7A1-DB95-5891C23D3FD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836" t="10458" r="66601" b="45626"/>
          <a:stretch>
            <a:fillRect/>
          </a:stretch>
        </p:blipFill>
        <p:spPr>
          <a:xfrm>
            <a:off x="4813909" y="3203991"/>
            <a:ext cx="354617" cy="341334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3FF91D35-7C7A-CA27-623F-CE1BC0355E0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455" r="6238"/>
          <a:stretch>
            <a:fillRect/>
          </a:stretch>
        </p:blipFill>
        <p:spPr>
          <a:xfrm>
            <a:off x="5004790" y="3135394"/>
            <a:ext cx="3132799" cy="777240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8241FAE-C036-5A38-697F-9A6B71D3FE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762"/>
          <a:stretch>
            <a:fillRect/>
          </a:stretch>
        </p:blipFill>
        <p:spPr>
          <a:xfrm>
            <a:off x="8328470" y="3140264"/>
            <a:ext cx="484848" cy="777240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1FD85AB7-9220-689E-4ED3-B0249E03270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" r="39283" b="-401886"/>
          <a:stretch>
            <a:fillRect/>
          </a:stretch>
        </p:blipFill>
        <p:spPr>
          <a:xfrm>
            <a:off x="2941742" y="3899425"/>
            <a:ext cx="5871576" cy="24507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3B5F06B8-F30C-50C2-8BFB-B989FCB30613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" r="39283" b="-401886"/>
          <a:stretch>
            <a:fillRect/>
          </a:stretch>
        </p:blipFill>
        <p:spPr>
          <a:xfrm>
            <a:off x="3024569" y="4270484"/>
            <a:ext cx="5871576" cy="24507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B810BD8A-62E5-4EAD-9416-0D6B5CBB81E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836" t="10458" r="66601" b="45626"/>
          <a:stretch>
            <a:fillRect/>
          </a:stretch>
        </p:blipFill>
        <p:spPr>
          <a:xfrm>
            <a:off x="8137589" y="3189453"/>
            <a:ext cx="190881" cy="341334"/>
          </a:xfrm>
          <a:prstGeom prst="rect">
            <a:avLst/>
          </a:prstGeom>
        </p:spPr>
      </p:pic>
      <p:pic>
        <p:nvPicPr>
          <p:cNvPr id="83" name="Picture 82">
            <a:extLst>
              <a:ext uri="{FF2B5EF4-FFF2-40B4-BE49-F238E27FC236}">
                <a16:creationId xmlns:a16="http://schemas.microsoft.com/office/drawing/2014/main" id="{5880969D-CA8E-AB99-E481-E27111813D4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2089"/>
          <a:stretch>
            <a:fillRect/>
          </a:stretch>
        </p:blipFill>
        <p:spPr>
          <a:xfrm>
            <a:off x="4070997" y="4717175"/>
            <a:ext cx="2946569" cy="777240"/>
          </a:xfrm>
          <a:prstGeom prst="rect">
            <a:avLst/>
          </a:prstGeom>
        </p:spPr>
      </p:pic>
      <p:sp>
        <p:nvSpPr>
          <p:cNvPr id="84" name="Rounded Rectangle 83">
            <a:extLst>
              <a:ext uri="{FF2B5EF4-FFF2-40B4-BE49-F238E27FC236}">
                <a16:creationId xmlns:a16="http://schemas.microsoft.com/office/drawing/2014/main" id="{A97C05F0-2424-9B3C-24A0-7FFDDCE861FD}"/>
              </a:ext>
            </a:extLst>
          </p:cNvPr>
          <p:cNvSpPr/>
          <p:nvPr/>
        </p:nvSpPr>
        <p:spPr>
          <a:xfrm>
            <a:off x="5208811" y="5568279"/>
            <a:ext cx="1292087" cy="245075"/>
          </a:xfrm>
          <a:prstGeom prst="roundRect">
            <a:avLst>
              <a:gd name="adj" fmla="val 48600"/>
            </a:avLst>
          </a:prstGeom>
          <a:solidFill>
            <a:srgbClr val="EAEFF7"/>
          </a:solidFill>
          <a:ln w="9525">
            <a:solidFill>
              <a:srgbClr val="D0DDE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b="1">
                <a:solidFill>
                  <a:srgbClr val="2C62AD"/>
                </a:solidFill>
              </a:rPr>
              <a:t>Add Attachment</a:t>
            </a:r>
          </a:p>
        </p:txBody>
      </p:sp>
      <p:pic>
        <p:nvPicPr>
          <p:cNvPr id="85" name="Picture 84">
            <a:extLst>
              <a:ext uri="{FF2B5EF4-FFF2-40B4-BE49-F238E27FC236}">
                <a16:creationId xmlns:a16="http://schemas.microsoft.com/office/drawing/2014/main" id="{AB02FBF2-894E-3288-2A3B-92B507819E16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46" r="70991" b="56084"/>
          <a:stretch>
            <a:fillRect/>
          </a:stretch>
        </p:blipFill>
        <p:spPr>
          <a:xfrm>
            <a:off x="5971065" y="4764461"/>
            <a:ext cx="354617" cy="341334"/>
          </a:xfrm>
          <a:prstGeom prst="rect">
            <a:avLst/>
          </a:prstGeom>
        </p:spPr>
      </p:pic>
      <p:pic>
        <p:nvPicPr>
          <p:cNvPr id="86" name="Picture 85">
            <a:extLst>
              <a:ext uri="{FF2B5EF4-FFF2-40B4-BE49-F238E27FC236}">
                <a16:creationId xmlns:a16="http://schemas.microsoft.com/office/drawing/2014/main" id="{12573AEC-C8CE-47FA-A1B6-5A40677F657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446" r="70991" b="56084"/>
          <a:stretch>
            <a:fillRect/>
          </a:stretch>
        </p:blipFill>
        <p:spPr>
          <a:xfrm>
            <a:off x="4798458" y="4722421"/>
            <a:ext cx="354617" cy="341334"/>
          </a:xfrm>
          <a:prstGeom prst="rect">
            <a:avLst/>
          </a:prstGeom>
        </p:spPr>
      </p:pic>
      <p:pic>
        <p:nvPicPr>
          <p:cNvPr id="87" name="Picture 86">
            <a:extLst>
              <a:ext uri="{FF2B5EF4-FFF2-40B4-BE49-F238E27FC236}">
                <a16:creationId xmlns:a16="http://schemas.microsoft.com/office/drawing/2014/main" id="{C92DA24B-2063-6C94-470F-17DCF2CB0A2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8836" t="10458" r="66601" b="45626"/>
          <a:stretch>
            <a:fillRect/>
          </a:stretch>
        </p:blipFill>
        <p:spPr>
          <a:xfrm>
            <a:off x="5971065" y="4780902"/>
            <a:ext cx="354617" cy="341334"/>
          </a:xfrm>
          <a:prstGeom prst="rect">
            <a:avLst/>
          </a:prstGeom>
        </p:spPr>
      </p:pic>
      <p:pic>
        <p:nvPicPr>
          <p:cNvPr id="88" name="Picture 87">
            <a:extLst>
              <a:ext uri="{FF2B5EF4-FFF2-40B4-BE49-F238E27FC236}">
                <a16:creationId xmlns:a16="http://schemas.microsoft.com/office/drawing/2014/main" id="{48317940-5C1F-33C9-D7F7-DDBC8D4FF0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455" r="37638"/>
          <a:stretch>
            <a:fillRect/>
          </a:stretch>
        </p:blipFill>
        <p:spPr>
          <a:xfrm>
            <a:off x="6161947" y="4712305"/>
            <a:ext cx="692267" cy="777240"/>
          </a:xfrm>
          <a:prstGeom prst="rect">
            <a:avLst/>
          </a:prstGeom>
        </p:spPr>
      </p:pic>
      <p:pic>
        <p:nvPicPr>
          <p:cNvPr id="89" name="Picture 88">
            <a:extLst>
              <a:ext uri="{FF2B5EF4-FFF2-40B4-BE49-F238E27FC236}">
                <a16:creationId xmlns:a16="http://schemas.microsoft.com/office/drawing/2014/main" id="{EA257D8B-C723-DF99-2AAC-DDA1F49A104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93762"/>
          <a:stretch>
            <a:fillRect/>
          </a:stretch>
        </p:blipFill>
        <p:spPr>
          <a:xfrm>
            <a:off x="7017566" y="4717175"/>
            <a:ext cx="484848" cy="777240"/>
          </a:xfrm>
          <a:prstGeom prst="rect">
            <a:avLst/>
          </a:prstGeom>
        </p:spPr>
      </p:pic>
      <p:pic>
        <p:nvPicPr>
          <p:cNvPr id="90" name="Picture 89">
            <a:extLst>
              <a:ext uri="{FF2B5EF4-FFF2-40B4-BE49-F238E27FC236}">
                <a16:creationId xmlns:a16="http://schemas.microsoft.com/office/drawing/2014/main" id="{C04AEF3C-E3AA-0142-B7E6-FFD8694AF369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" r="39283" b="-401886"/>
          <a:stretch>
            <a:fillRect/>
          </a:stretch>
        </p:blipFill>
        <p:spPr>
          <a:xfrm>
            <a:off x="4098898" y="5476336"/>
            <a:ext cx="3337948" cy="245075"/>
          </a:xfrm>
          <a:prstGeom prst="rect">
            <a:avLst/>
          </a:prstGeom>
        </p:spPr>
      </p:pic>
      <p:pic>
        <p:nvPicPr>
          <p:cNvPr id="91" name="Picture 90">
            <a:extLst>
              <a:ext uri="{FF2B5EF4-FFF2-40B4-BE49-F238E27FC236}">
                <a16:creationId xmlns:a16="http://schemas.microsoft.com/office/drawing/2014/main" id="{F9AAF8B7-AA46-1FC1-9356-DD715E8D207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2" r="39283" b="-401886"/>
          <a:stretch>
            <a:fillRect/>
          </a:stretch>
        </p:blipFill>
        <p:spPr>
          <a:xfrm>
            <a:off x="4181725" y="5847395"/>
            <a:ext cx="3255121" cy="245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0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9FE7956-DF86-19AF-0434-901BF1370E94}"/>
              </a:ext>
            </a:extLst>
          </p:cNvPr>
          <p:cNvGrpSpPr/>
          <p:nvPr/>
        </p:nvGrpSpPr>
        <p:grpSpPr>
          <a:xfrm>
            <a:off x="605" y="79475"/>
            <a:ext cx="11609162" cy="6781800"/>
            <a:chOff x="0" y="0"/>
            <a:chExt cx="11609162" cy="6781800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599A7B5-80EB-2307-5102-8F6218900E2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0" y="0"/>
              <a:ext cx="11609162" cy="6781800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A693FB9-51AA-6B69-2F0A-111A801B65A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t="37300" b="61776"/>
            <a:stretch>
              <a:fillRect/>
            </a:stretch>
          </p:blipFill>
          <p:spPr>
            <a:xfrm>
              <a:off x="0" y="2608545"/>
              <a:ext cx="11609162" cy="3804781"/>
            </a:xfrm>
            <a:prstGeom prst="rect">
              <a:avLst/>
            </a:prstGeom>
          </p:spPr>
        </p:pic>
      </p:grpSp>
      <p:pic>
        <p:nvPicPr>
          <p:cNvPr id="5" name="Picture 4">
            <a:extLst>
              <a:ext uri="{FF2B5EF4-FFF2-40B4-BE49-F238E27FC236}">
                <a16:creationId xmlns:a16="http://schemas.microsoft.com/office/drawing/2014/main" id="{28FE1960-ED2B-48CE-1E9B-5818802E00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1278" t="20232" r="64518" b="71369"/>
          <a:stretch>
            <a:fillRect/>
          </a:stretch>
        </p:blipFill>
        <p:spPr>
          <a:xfrm>
            <a:off x="1484027" y="1454048"/>
            <a:ext cx="1648919" cy="569624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09C033-51D9-93F2-25B2-682644C450C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999" t="20232" r="22036" b="71368"/>
          <a:stretch>
            <a:fillRect/>
          </a:stretch>
        </p:blipFill>
        <p:spPr>
          <a:xfrm>
            <a:off x="3132946" y="1454048"/>
            <a:ext cx="4871804" cy="569624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8119EB55-2EDE-7B6A-9E10-4FB52C1B8C08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2122" t="41738" r="53795" b="51293"/>
          <a:stretch>
            <a:fillRect/>
          </a:stretch>
        </p:blipFill>
        <p:spPr>
          <a:xfrm>
            <a:off x="625778" y="2023672"/>
            <a:ext cx="4416443" cy="6412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97374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1FBF2946-70DC-04C0-D47D-20770266CA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8559" y="579116"/>
            <a:ext cx="3648893" cy="3648893"/>
          </a:xfrm>
          <a:prstGeom prst="rect">
            <a:avLst/>
          </a:prstGeom>
        </p:spPr>
      </p:pic>
      <p:pic>
        <p:nvPicPr>
          <p:cNvPr id="1026" name="Picture 2" descr="Business Team Silhouette PNG &amp; SVG Design For T-Shirts">
            <a:extLst>
              <a:ext uri="{FF2B5EF4-FFF2-40B4-BE49-F238E27FC236}">
                <a16:creationId xmlns:a16="http://schemas.microsoft.com/office/drawing/2014/main" id="{69BDC16F-5766-BD00-7DF9-F13EBF225D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2261" y="1476099"/>
            <a:ext cx="6604000" cy="6604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71164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741626ED-5B0F-7E3E-5845-69F3DB53AF90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65147" b="48924"/>
          <a:stretch>
            <a:fillRect/>
          </a:stretch>
        </p:blipFill>
        <p:spPr>
          <a:xfrm>
            <a:off x="1105444" y="1142274"/>
            <a:ext cx="2708910" cy="812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A38EF25-CD86-3717-766F-EBC8245CB2A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4349" b="48924"/>
          <a:stretch>
            <a:fillRect/>
          </a:stretch>
        </p:blipFill>
        <p:spPr>
          <a:xfrm>
            <a:off x="1193073" y="1955074"/>
            <a:ext cx="5102678" cy="8128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3DADBF7-68ED-FD34-60B2-9E527503BA1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48924" r="29349"/>
          <a:stretch>
            <a:fillRect/>
          </a:stretch>
        </p:blipFill>
        <p:spPr>
          <a:xfrm>
            <a:off x="1105444" y="2691534"/>
            <a:ext cx="5491299" cy="812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1173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11804B1-CBFD-B27A-4E57-3AC5C3A0BD0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61181"/>
          <a:stretch>
            <a:fillRect/>
          </a:stretch>
        </p:blipFill>
        <p:spPr>
          <a:xfrm>
            <a:off x="0" y="87087"/>
            <a:ext cx="10337074" cy="2760616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8B654AA4-B14E-697A-68FA-60AEA1E389F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35941" b="62835"/>
          <a:stretch>
            <a:fillRect/>
          </a:stretch>
        </p:blipFill>
        <p:spPr>
          <a:xfrm>
            <a:off x="0" y="2708366"/>
            <a:ext cx="10337074" cy="4149634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C8C70A9A-39DD-74AF-48CE-D17B3479264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855" y="2847704"/>
            <a:ext cx="10555066" cy="3022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14894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>
            <a:extLst>
              <a:ext uri="{FF2B5EF4-FFF2-40B4-BE49-F238E27FC236}">
                <a16:creationId xmlns:a16="http://schemas.microsoft.com/office/drawing/2014/main" id="{A82FD9FB-7BA9-CBF2-833E-9513CED88F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589" y="1863634"/>
            <a:ext cx="10235022" cy="2930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50288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018AEA6-3978-2529-5501-32A12C196B5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5781" t="55714" r="41006" b="26820"/>
          <a:stretch>
            <a:fillRect/>
          </a:stretch>
        </p:blipFill>
        <p:spPr>
          <a:xfrm>
            <a:off x="4184527" y="4689176"/>
            <a:ext cx="2587925" cy="56071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5CDE54A-B989-2754-E5B1-56B2A86792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2105" y="258793"/>
            <a:ext cx="3572774" cy="3572774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8714410-467D-9F93-3048-2C36DDAC563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4969" t="34145" r="1740" b="43045"/>
          <a:stretch>
            <a:fillRect/>
          </a:stretch>
        </p:blipFill>
        <p:spPr>
          <a:xfrm>
            <a:off x="2047308" y="3933645"/>
            <a:ext cx="6862364" cy="879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197390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598</TotalTime>
  <Words>6</Words>
  <Application>Microsoft Macintosh PowerPoint</Application>
  <PresentationFormat>Widescreen</PresentationFormat>
  <Paragraphs>3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Joachim Neumann</dc:creator>
  <cp:lastModifiedBy>Joachim Neumann</cp:lastModifiedBy>
  <cp:revision>7</cp:revision>
  <dcterms:created xsi:type="dcterms:W3CDTF">2026-03-30T05:31:46Z</dcterms:created>
  <dcterms:modified xsi:type="dcterms:W3CDTF">2026-04-01T06:56:15Z</dcterms:modified>
</cp:coreProperties>
</file>