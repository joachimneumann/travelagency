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2AD"/>
    <a:srgbClr val="D0DDED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68"/>
  </p:normalViewPr>
  <p:slideViewPr>
    <p:cSldViewPr snapToGrid="0">
      <p:cViewPr>
        <p:scale>
          <a:sx n="147" d="100"/>
          <a:sy n="147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A933-F22E-6453-6A7F-0F201D337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7A84D-43A3-0DBE-0BEA-9F9F20D38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11E65-1829-88E8-919F-7E9B1239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0539D-4972-5F6E-504C-60672E87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2829-7CC9-ABDE-EB30-373EBEED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9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246E-8DCB-7427-96C5-676AB994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6EAB-D011-676B-2567-B20C0A351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0485-7D68-8319-808C-1C0AC0BB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65D2-FF4C-BBD5-B5EB-013A3D72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86B1-B7C7-81A2-A2E8-6F4A2B72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9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18DE-AAB2-D5C8-3886-B9CCC957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31478-A597-8A08-B25C-7038ECA7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DE5A3-B7D9-583F-9D47-A06F7AE0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43952-7FD5-EB8E-4D99-D9666992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F3417-0024-8887-9793-E4178FE9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3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4F8E-0DB5-7D40-B0D7-F24DE2E9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C862-B49C-4F74-B567-8B23A7DBE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46E5-19B9-5049-4E5B-74183FBBA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DC59E-1838-FE65-2C91-AD3C1FB0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2DD5A-33EE-C600-12B8-488FD347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38165-5D9E-0A7B-CE30-CABD6714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DD34-6A42-C0BB-0304-B2B19E9E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CD827-01D4-E5DC-8278-A902CB90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45BF2-320B-DE60-F23A-2C99B1D50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32FA6-B17A-C27E-AC1E-9D3878C82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40CD0-E39B-FCB9-54B3-5D05EF70C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C7B17-A190-B422-8A87-FAC7BFF5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026F58-654F-499F-6684-D5397FEB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5BC18-B883-38A1-D9D3-009397DE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3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8FC8-AE80-9881-062A-FC3E14E5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B3EDE-2AFB-D73C-0FB0-466A960B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A1920-B944-34DC-930C-A8D60AF4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179C5-888A-7278-922B-37A98F91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5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BD8CF-832B-39DF-244D-B2D63227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CDA5C-7BD5-E996-AC69-38F987E3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9B68-D2F5-BD98-41C6-CE8546D5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8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A562-75C5-5DA3-1093-91324A59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99C7-683E-A060-8D28-422F6A2E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D29C-2487-2447-4821-F589B81F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6D586-8AD6-B210-1B82-26B2341A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72DB5-7FE3-6465-6B09-DF63E01D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6477D-5CB4-397F-9F5E-C1D7003C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9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9B21-4597-E4A3-3402-FBD83E0C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600B6-18AA-E2B2-446B-5973D2466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09422-12DE-06F7-2EEC-F5EAFC09E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DB2AC-1058-B402-AEC9-7D3744F1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36CF2-46A8-7F16-4FBD-1A19B9CA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69E4-E2EC-58B6-DF99-7B6FA18F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93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33B0-1B76-2D02-350B-5F2CDE25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D0E9B-A5E2-DF35-EDDA-C8F0E455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F425B-F5EC-9903-3BFE-32830685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1B952-4D84-9A6F-8F33-D1739B81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4F12F-E6F9-C72F-B2E4-8DB16BA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4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1F580-0794-61EF-92B5-1724BF496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DC64A-CA8A-28D2-8DD6-F5110F5A4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C37C-7C61-4FF2-E9A4-D4C1439A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A0C1-BF6C-DCD5-38A8-1AE1CAB6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1934F-A628-9CC2-FFBE-DD0791A9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4D1E7-E56D-5422-03DE-C7976507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7C5EC-A5E1-EBFA-A9B1-371755F8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17168-3D98-2CD9-02BA-ACC8893EA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88924-AB55-9E44-A2A4-FA1EF06ADD5B}" type="datetimeFigureOut"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6D72A-9CB5-A1D8-28E6-EAC5C2D76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5D705-3E5E-1D98-0D0C-BEBCB8373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8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F82E-4D13-5464-30F9-27B127E5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7425E97-CB3B-5DBE-3FED-C1C3BF0A8EE2}"/>
              </a:ext>
            </a:extLst>
          </p:cNvPr>
          <p:cNvGrpSpPr/>
          <p:nvPr/>
        </p:nvGrpSpPr>
        <p:grpSpPr>
          <a:xfrm>
            <a:off x="605" y="79475"/>
            <a:ext cx="11609162" cy="6781800"/>
            <a:chOff x="0" y="0"/>
            <a:chExt cx="11609162" cy="6781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8C3A7E-FBAA-B4B8-77C6-D9C55C320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609162" cy="6781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14282B6-9FE6-1DE8-4099-466B6871C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300" b="61776"/>
            <a:stretch>
              <a:fillRect/>
            </a:stretch>
          </p:blipFill>
          <p:spPr>
            <a:xfrm>
              <a:off x="0" y="2608545"/>
              <a:ext cx="11609162" cy="3804781"/>
            </a:xfrm>
            <a:prstGeom prst="rect">
              <a:avLst/>
            </a:prstGeom>
          </p:spPr>
        </p:pic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4AB0CB-5584-697D-2829-7D1AA3547BE4}"/>
              </a:ext>
            </a:extLst>
          </p:cNvPr>
          <p:cNvSpPr/>
          <p:nvPr/>
        </p:nvSpPr>
        <p:spPr>
          <a:xfrm>
            <a:off x="507282" y="3242775"/>
            <a:ext cx="1397688" cy="377826"/>
          </a:xfrm>
          <a:prstGeom prst="roundRect">
            <a:avLst>
              <a:gd name="adj" fmla="val 48600"/>
            </a:avLst>
          </a:prstGeom>
          <a:solidFill>
            <a:srgbClr val="EAEFF7"/>
          </a:solidFill>
          <a:ln w="9525">
            <a:solidFill>
              <a:srgbClr val="D0D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2C62AD"/>
                </a:solidFill>
              </a:rPr>
              <a:t>Preview PDF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AAA444-A6DF-CA72-3B86-818DE93F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315"/>
          <a:stretch>
            <a:fillRect/>
          </a:stretch>
        </p:blipFill>
        <p:spPr>
          <a:xfrm>
            <a:off x="2913841" y="3140264"/>
            <a:ext cx="4405758" cy="77724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4145BD-3FA0-AB33-7D2A-E5A9CFF29D90}"/>
              </a:ext>
            </a:extLst>
          </p:cNvPr>
          <p:cNvSpPr/>
          <p:nvPr/>
        </p:nvSpPr>
        <p:spPr>
          <a:xfrm>
            <a:off x="5192627" y="3991368"/>
            <a:ext cx="1292087" cy="245075"/>
          </a:xfrm>
          <a:prstGeom prst="roundRect">
            <a:avLst>
              <a:gd name="adj" fmla="val 48600"/>
            </a:avLst>
          </a:prstGeom>
          <a:solidFill>
            <a:srgbClr val="EAEFF7"/>
          </a:solidFill>
          <a:ln w="9525">
            <a:solidFill>
              <a:srgbClr val="D0D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2C62AD"/>
                </a:solidFill>
              </a:rPr>
              <a:t>Create PDF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5EAA90-A3BB-73BC-5882-5A66D255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46" r="70991" b="56084"/>
          <a:stretch>
            <a:fillRect/>
          </a:stretch>
        </p:blipFill>
        <p:spPr>
          <a:xfrm>
            <a:off x="4813909" y="3187550"/>
            <a:ext cx="354617" cy="3413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DD16CE-0E27-CEB8-8724-699AB41F62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46" r="70991" b="56084"/>
          <a:stretch>
            <a:fillRect/>
          </a:stretch>
        </p:blipFill>
        <p:spPr>
          <a:xfrm>
            <a:off x="3641302" y="3145510"/>
            <a:ext cx="354617" cy="3413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2184A2-98D5-8B86-239C-EBC00DE3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03" b="58951"/>
          <a:stretch>
            <a:fillRect/>
          </a:stretch>
        </p:blipFill>
        <p:spPr>
          <a:xfrm>
            <a:off x="3690" y="2775286"/>
            <a:ext cx="11609162" cy="2133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3BA22C-49E0-C7A1-DB95-5891C23D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36" t="10458" r="66601" b="45626"/>
          <a:stretch>
            <a:fillRect/>
          </a:stretch>
        </p:blipFill>
        <p:spPr>
          <a:xfrm>
            <a:off x="4813909" y="3203991"/>
            <a:ext cx="354617" cy="3413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F91D35-7C7A-CA27-623F-CE1BC035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55" r="6238"/>
          <a:stretch>
            <a:fillRect/>
          </a:stretch>
        </p:blipFill>
        <p:spPr>
          <a:xfrm>
            <a:off x="5004790" y="3135394"/>
            <a:ext cx="3132799" cy="7772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241FAE-C036-5A38-697F-9A6B71D3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762"/>
          <a:stretch>
            <a:fillRect/>
          </a:stretch>
        </p:blipFill>
        <p:spPr>
          <a:xfrm>
            <a:off x="8328470" y="3140264"/>
            <a:ext cx="484848" cy="7772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D85AB7-9220-689E-4ED3-B0249E0327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r="39283" b="-401886"/>
          <a:stretch>
            <a:fillRect/>
          </a:stretch>
        </p:blipFill>
        <p:spPr>
          <a:xfrm>
            <a:off x="2941742" y="3899425"/>
            <a:ext cx="5871576" cy="245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5F06B8-F30C-50C2-8BFB-B989FCB3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r="39283" b="-401886"/>
          <a:stretch>
            <a:fillRect/>
          </a:stretch>
        </p:blipFill>
        <p:spPr>
          <a:xfrm>
            <a:off x="3024569" y="4270484"/>
            <a:ext cx="5871576" cy="245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10BD8A-62E5-4EAD-9416-0D6B5CBB8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36" t="10458" r="66601" b="45626"/>
          <a:stretch>
            <a:fillRect/>
          </a:stretch>
        </p:blipFill>
        <p:spPr>
          <a:xfrm>
            <a:off x="8137589" y="3189453"/>
            <a:ext cx="190881" cy="34133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880969D-CA8E-AB99-E481-E27111813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089"/>
          <a:stretch>
            <a:fillRect/>
          </a:stretch>
        </p:blipFill>
        <p:spPr>
          <a:xfrm>
            <a:off x="4070997" y="4717175"/>
            <a:ext cx="2946569" cy="777240"/>
          </a:xfrm>
          <a:prstGeom prst="rect">
            <a:avLst/>
          </a:prstGeom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97C05F0-2424-9B3C-24A0-7FFDDCE861FD}"/>
              </a:ext>
            </a:extLst>
          </p:cNvPr>
          <p:cNvSpPr/>
          <p:nvPr/>
        </p:nvSpPr>
        <p:spPr>
          <a:xfrm>
            <a:off x="5208811" y="5568279"/>
            <a:ext cx="1292087" cy="245075"/>
          </a:xfrm>
          <a:prstGeom prst="roundRect">
            <a:avLst>
              <a:gd name="adj" fmla="val 48600"/>
            </a:avLst>
          </a:prstGeom>
          <a:solidFill>
            <a:srgbClr val="EAEFF7"/>
          </a:solidFill>
          <a:ln w="9525">
            <a:solidFill>
              <a:srgbClr val="D0D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2C62AD"/>
                </a:solidFill>
              </a:rPr>
              <a:t>Add Attachment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B02FBF2-894E-3288-2A3B-92B507819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46" r="70991" b="56084"/>
          <a:stretch>
            <a:fillRect/>
          </a:stretch>
        </p:blipFill>
        <p:spPr>
          <a:xfrm>
            <a:off x="5971065" y="4764461"/>
            <a:ext cx="354617" cy="34133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12573AEC-C8CE-47FA-A1B6-5A40677F6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46" r="70991" b="56084"/>
          <a:stretch>
            <a:fillRect/>
          </a:stretch>
        </p:blipFill>
        <p:spPr>
          <a:xfrm>
            <a:off x="4798458" y="4722421"/>
            <a:ext cx="354617" cy="34133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C92DA24B-2063-6C94-470F-17DCF2CB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36" t="10458" r="66601" b="45626"/>
          <a:stretch>
            <a:fillRect/>
          </a:stretch>
        </p:blipFill>
        <p:spPr>
          <a:xfrm>
            <a:off x="5971065" y="4780902"/>
            <a:ext cx="354617" cy="34133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8317940-5C1F-33C9-D7F7-DDBC8D4FF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55" r="37638"/>
          <a:stretch>
            <a:fillRect/>
          </a:stretch>
        </p:blipFill>
        <p:spPr>
          <a:xfrm>
            <a:off x="6161947" y="4712305"/>
            <a:ext cx="692267" cy="77724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A257D8B-C723-DF99-2AAC-DDA1F49A10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762"/>
          <a:stretch>
            <a:fillRect/>
          </a:stretch>
        </p:blipFill>
        <p:spPr>
          <a:xfrm>
            <a:off x="7017566" y="4717175"/>
            <a:ext cx="484848" cy="77724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C04AEF3C-E3AA-0142-B7E6-FFD8694AF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r="39283" b="-401886"/>
          <a:stretch>
            <a:fillRect/>
          </a:stretch>
        </p:blipFill>
        <p:spPr>
          <a:xfrm>
            <a:off x="4098898" y="5476336"/>
            <a:ext cx="3337948" cy="245075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9AAF8B7-AA46-1FC1-9356-DD715E8D20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r="39283" b="-401886"/>
          <a:stretch>
            <a:fillRect/>
          </a:stretch>
        </p:blipFill>
        <p:spPr>
          <a:xfrm>
            <a:off x="4181725" y="5847395"/>
            <a:ext cx="3255121" cy="245075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E16F8BD7-5DC5-11EA-13C7-2BB4D25FA36E}"/>
              </a:ext>
            </a:extLst>
          </p:cNvPr>
          <p:cNvGrpSpPr/>
          <p:nvPr/>
        </p:nvGrpSpPr>
        <p:grpSpPr>
          <a:xfrm>
            <a:off x="153005" y="231875"/>
            <a:ext cx="11609162" cy="6781800"/>
            <a:chOff x="0" y="0"/>
            <a:chExt cx="11609162" cy="6781800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4FAA927-25BA-88C8-85DA-9372C5EE2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609162" cy="678180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16814A9-EE58-3116-7B53-7FFBDAFDD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300" b="61776"/>
            <a:stretch>
              <a:fillRect/>
            </a:stretch>
          </p:blipFill>
          <p:spPr>
            <a:xfrm>
              <a:off x="0" y="2608545"/>
              <a:ext cx="11609162" cy="3804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FE7956-DF86-19AF-0434-901BF1370E94}"/>
              </a:ext>
            </a:extLst>
          </p:cNvPr>
          <p:cNvGrpSpPr/>
          <p:nvPr/>
        </p:nvGrpSpPr>
        <p:grpSpPr>
          <a:xfrm>
            <a:off x="605" y="79475"/>
            <a:ext cx="11609162" cy="6781800"/>
            <a:chOff x="0" y="0"/>
            <a:chExt cx="11609162" cy="67818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599A7B5-80EB-2307-5102-8F6218900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609162" cy="6781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A693FB9-51AA-6B69-2F0A-111A801B6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300" b="61776"/>
            <a:stretch>
              <a:fillRect/>
            </a:stretch>
          </p:blipFill>
          <p:spPr>
            <a:xfrm>
              <a:off x="0" y="2608545"/>
              <a:ext cx="11609162" cy="380478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8FE1960-ED2B-48CE-1E9B-5818802E0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78" t="20232" r="64518" b="71369"/>
          <a:stretch>
            <a:fillRect/>
          </a:stretch>
        </p:blipFill>
        <p:spPr>
          <a:xfrm>
            <a:off x="1484027" y="1454048"/>
            <a:ext cx="1648919" cy="569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09C033-51D9-93F2-25B2-682644C4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99" t="20232" r="22036" b="71368"/>
          <a:stretch>
            <a:fillRect/>
          </a:stretch>
        </p:blipFill>
        <p:spPr>
          <a:xfrm>
            <a:off x="3132946" y="1454048"/>
            <a:ext cx="4871804" cy="569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19EB55-2EDE-7B6A-9E10-4FB52C1B8C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22" t="41738" r="53795" b="51293"/>
          <a:stretch>
            <a:fillRect/>
          </a:stretch>
        </p:blipFill>
        <p:spPr>
          <a:xfrm>
            <a:off x="625778" y="2023672"/>
            <a:ext cx="4416443" cy="64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3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FBF2946-70DC-04C0-D47D-20770266C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559" y="579116"/>
            <a:ext cx="3648893" cy="3648893"/>
          </a:xfrm>
          <a:prstGeom prst="rect">
            <a:avLst/>
          </a:prstGeom>
        </p:spPr>
      </p:pic>
      <p:pic>
        <p:nvPicPr>
          <p:cNvPr id="1026" name="Picture 2" descr="Business Team Silhouette PNG &amp; SVG Design For T-Shirts">
            <a:extLst>
              <a:ext uri="{FF2B5EF4-FFF2-40B4-BE49-F238E27FC236}">
                <a16:creationId xmlns:a16="http://schemas.microsoft.com/office/drawing/2014/main" id="{69BDC16F-5766-BD00-7DF9-F13EBF225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261" y="1476099"/>
            <a:ext cx="6604000" cy="66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11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1626ED-5B0F-7E3E-5845-69F3DB53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147" b="48924"/>
          <a:stretch>
            <a:fillRect/>
          </a:stretch>
        </p:blipFill>
        <p:spPr>
          <a:xfrm>
            <a:off x="1105444" y="1142274"/>
            <a:ext cx="2708910" cy="81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8EF25-CD86-3717-766F-EBC8245CB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49" b="48924"/>
          <a:stretch>
            <a:fillRect/>
          </a:stretch>
        </p:blipFill>
        <p:spPr>
          <a:xfrm>
            <a:off x="1193073" y="1955074"/>
            <a:ext cx="5102678" cy="81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DADBF7-68ED-FD34-60B2-9E527503B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24" r="29349"/>
          <a:stretch>
            <a:fillRect/>
          </a:stretch>
        </p:blipFill>
        <p:spPr>
          <a:xfrm>
            <a:off x="1105444" y="2691534"/>
            <a:ext cx="5491299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6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Neumann</dc:creator>
  <cp:lastModifiedBy>Joachim Neumann</cp:lastModifiedBy>
  <cp:revision>5</cp:revision>
  <dcterms:created xsi:type="dcterms:W3CDTF">2026-03-30T05:31:46Z</dcterms:created>
  <dcterms:modified xsi:type="dcterms:W3CDTF">2026-03-30T14:34:55Z</dcterms:modified>
</cp:coreProperties>
</file>